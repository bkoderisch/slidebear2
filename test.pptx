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>
                <a:solidFill>
                  <a:srgbClr val="FFFFFF"/>
                </a:solidFill>
              </a:rPr>
              <a:t>Amazing Grace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>
                <a:solidFill>
                  <a:srgbClr val="FFFFFF"/>
                </a:solidFill>
              </a:rPr>
              <a:t>How sweet the sound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C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>
                <a:solidFill>
                  <a:srgbClr val="FFFFFF"/>
                </a:solidFill>
              </a:rPr>
              <a:t>That saved a wretch like 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